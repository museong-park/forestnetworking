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2" r:id="rId3"/>
    <p:sldId id="257" r:id="rId4"/>
    <p:sldId id="259" r:id="rId5"/>
    <p:sldId id="260" r:id="rId6"/>
    <p:sldId id="258" r:id="rId7"/>
    <p:sldId id="261" r:id="rId8"/>
  </p:sldIdLst>
  <p:sldSz cx="12192000" cy="6858000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52" d="100"/>
          <a:sy n="152" d="100"/>
        </p:scale>
        <p:origin x="588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1AAE1D9F-A662-446F-8BA4-3B6674325B70}" type="datetimeFigureOut">
              <a:rPr lang="ko-KR" altLang="en-US" smtClean="0"/>
              <a:t>2025-04-28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B39C2D5-CECA-4363-9C5B-2B906DBFA5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24243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E1D9F-A662-446F-8BA4-3B6674325B70}" type="datetimeFigureOut">
              <a:rPr lang="ko-KR" altLang="en-US" smtClean="0"/>
              <a:t>2025-04-28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9C2D5-CECA-4363-9C5B-2B906DBFA5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37932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E1D9F-A662-446F-8BA4-3B6674325B70}" type="datetimeFigureOut">
              <a:rPr lang="ko-KR" altLang="en-US" smtClean="0"/>
              <a:t>2025-04-28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9C2D5-CECA-4363-9C5B-2B906DBFA5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74491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E1D9F-A662-446F-8BA4-3B6674325B70}" type="datetimeFigureOut">
              <a:rPr lang="ko-KR" altLang="en-US" smtClean="0"/>
              <a:t>2025-04-28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9C2D5-CECA-4363-9C5B-2B906DBFA5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01461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E1D9F-A662-446F-8BA4-3B6674325B70}" type="datetimeFigureOut">
              <a:rPr lang="ko-KR" altLang="en-US" smtClean="0"/>
              <a:t>2025-04-28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9C2D5-CECA-4363-9C5B-2B906DBFA5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68713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E1D9F-A662-446F-8BA4-3B6674325B70}" type="datetimeFigureOut">
              <a:rPr lang="ko-KR" altLang="en-US" smtClean="0"/>
              <a:t>2025-04-28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9C2D5-CECA-4363-9C5B-2B906DBFA5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79590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E1D9F-A662-446F-8BA4-3B6674325B70}" type="datetimeFigureOut">
              <a:rPr lang="ko-KR" altLang="en-US" smtClean="0"/>
              <a:t>2025-04-28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9C2D5-CECA-4363-9C5B-2B906DBFA5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77858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E1D9F-A662-446F-8BA4-3B6674325B70}" type="datetimeFigureOut">
              <a:rPr lang="ko-KR" altLang="en-US" smtClean="0"/>
              <a:t>2025-04-28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9C2D5-CECA-4363-9C5B-2B906DBFA5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39321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E1D9F-A662-446F-8BA4-3B6674325B70}" type="datetimeFigureOut">
              <a:rPr lang="ko-KR" altLang="en-US" smtClean="0"/>
              <a:t>2025-04-28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9C2D5-CECA-4363-9C5B-2B906DBFA5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41891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파노라마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E1D9F-A662-446F-8BA4-3B6674325B70}" type="datetimeFigureOut">
              <a:rPr lang="ko-KR" altLang="en-US" smtClean="0"/>
              <a:t>2025-04-28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9C2D5-CECA-4363-9C5B-2B906DBFA5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49045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제목 및 캡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E1D9F-A662-446F-8BA4-3B6674325B70}" type="datetimeFigureOut">
              <a:rPr lang="ko-KR" altLang="en-US" smtClean="0"/>
              <a:t>2025-04-28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9C2D5-CECA-4363-9C5B-2B906DBFA5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5967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캡션 있는 인용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E1D9F-A662-446F-8BA4-3B6674325B70}" type="datetimeFigureOut">
              <a:rPr lang="ko-KR" altLang="en-US" smtClean="0"/>
              <a:t>2025-04-28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9C2D5-CECA-4363-9C5B-2B906DBFA5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18112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명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E1D9F-A662-446F-8BA4-3B6674325B70}" type="datetimeFigureOut">
              <a:rPr lang="ko-KR" altLang="en-US" smtClean="0"/>
              <a:t>2025-04-28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9C2D5-CECA-4363-9C5B-2B906DBFA5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22585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E1D9F-A662-446F-8BA4-3B6674325B70}" type="datetimeFigureOut">
              <a:rPr lang="ko-KR" altLang="en-US" smtClean="0"/>
              <a:t>2025-04-28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9C2D5-CECA-4363-9C5B-2B906DBFA5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1864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그림 열 3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E1D9F-A662-446F-8BA4-3B6674325B70}" type="datetimeFigureOut">
              <a:rPr lang="ko-KR" altLang="en-US" smtClean="0"/>
              <a:t>2025-04-28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9C2D5-CECA-4363-9C5B-2B906DBFA5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21459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1AAE1D9F-A662-446F-8BA4-3B6674325B70}" type="datetimeFigureOut">
              <a:rPr lang="ko-KR" altLang="en-US" smtClean="0"/>
              <a:t>2025-04-28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9C2D5-CECA-4363-9C5B-2B906DBFA5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194172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1AAE1D9F-A662-446F-8BA4-3B6674325B70}" type="datetimeFigureOut">
              <a:rPr lang="ko-KR" altLang="en-US" smtClean="0"/>
              <a:t>2025-04-28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9C2D5-CECA-4363-9C5B-2B906DBFA5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89306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1AAE1D9F-A662-446F-8BA4-3B6674325B70}" type="datetimeFigureOut">
              <a:rPr lang="ko-KR" altLang="en-US" smtClean="0"/>
              <a:t>2025-04-28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B39C2D5-CECA-4363-9C5B-2B906DBFA5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51879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1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latinLnBrk="1" hangingPunct="1">
        <a:defRPr>
          <a:solidFill>
            <a:schemeClr val="tx2"/>
          </a:solidFill>
        </a:defRPr>
      </a:lvl2pPr>
      <a:lvl3pPr eaLnBrk="1" latinLnBrk="1" hangingPunct="1">
        <a:defRPr>
          <a:solidFill>
            <a:schemeClr val="tx2"/>
          </a:solidFill>
        </a:defRPr>
      </a:lvl3pPr>
      <a:lvl4pPr eaLnBrk="1" latinLnBrk="1" hangingPunct="1">
        <a:defRPr>
          <a:solidFill>
            <a:schemeClr val="tx2"/>
          </a:solidFill>
        </a:defRPr>
      </a:lvl4pPr>
      <a:lvl5pPr eaLnBrk="1" latinLnBrk="1" hangingPunct="1">
        <a:defRPr>
          <a:solidFill>
            <a:schemeClr val="tx2"/>
          </a:solidFill>
        </a:defRPr>
      </a:lvl5pPr>
      <a:lvl6pPr eaLnBrk="1" latinLnBrk="1" hangingPunct="1">
        <a:defRPr>
          <a:solidFill>
            <a:schemeClr val="tx2"/>
          </a:solidFill>
        </a:defRPr>
      </a:lvl6pPr>
      <a:lvl7pPr eaLnBrk="1" latinLnBrk="1" hangingPunct="1">
        <a:defRPr>
          <a:solidFill>
            <a:schemeClr val="tx2"/>
          </a:solidFill>
        </a:defRPr>
      </a:lvl7pPr>
      <a:lvl8pPr eaLnBrk="1" latinLnBrk="1" hangingPunct="1">
        <a:defRPr>
          <a:solidFill>
            <a:schemeClr val="tx2"/>
          </a:solidFill>
        </a:defRPr>
      </a:lvl8pPr>
      <a:lvl9pPr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9802AD-C23C-4037-9B16-B06AE490BB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41567" y="3107865"/>
            <a:ext cx="3537317" cy="915103"/>
          </a:xfrm>
        </p:spPr>
        <p:txBody>
          <a:bodyPr/>
          <a:lstStyle/>
          <a:p>
            <a:br>
              <a:rPr lang="en-US" altLang="ko-KR" dirty="0"/>
            </a:br>
            <a:r>
              <a:rPr lang="ko-KR" altLang="en-US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우리의 미션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8A7D1CD-B153-439D-BB36-0558994D28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095" y="1473805"/>
            <a:ext cx="2128297" cy="2128297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F1A2D045-65F0-4DF4-B5BB-26EBABE6CD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5826" y="410547"/>
            <a:ext cx="821579" cy="821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71273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AAA2A7-9338-B0A7-23FA-52B72B49D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C3CC6C-F579-8FC1-E827-EE145B174B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644" y="878644"/>
            <a:ext cx="8761413" cy="706964"/>
          </a:xfrm>
        </p:spPr>
        <p:txBody>
          <a:bodyPr/>
          <a:lstStyle/>
          <a:p>
            <a:r>
              <a:rPr lang="en-US" altLang="ko-KR" sz="5400" dirty="0">
                <a:solidFill>
                  <a:schemeClr val="bg1">
                    <a:lumMod val="95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‘Go’</a:t>
            </a:r>
            <a:r>
              <a:rPr lang="en-US" altLang="ko-KR" dirty="0">
                <a:solidFill>
                  <a:schemeClr val="bg1">
                    <a:lumMod val="95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lang="en-US" altLang="ko-KR" sz="4800" dirty="0">
                <a:solidFill>
                  <a:schemeClr val="bg1">
                    <a:lumMod val="95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Anywhere</a:t>
            </a:r>
            <a:endParaRPr lang="ko-KR" altLang="en-US" dirty="0">
              <a:solidFill>
                <a:schemeClr val="bg1">
                  <a:lumMod val="95000"/>
                </a:schemeClr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90A72257-F7D2-E30B-EB11-9FF6122EA0AB}"/>
              </a:ext>
            </a:extLst>
          </p:cNvPr>
          <p:cNvSpPr txBox="1">
            <a:spLocks/>
          </p:cNvSpPr>
          <p:nvPr/>
        </p:nvSpPr>
        <p:spPr>
          <a:xfrm>
            <a:off x="2893453" y="3429001"/>
            <a:ext cx="2182465" cy="12456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sz="66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귀</a:t>
            </a:r>
            <a:r>
              <a:rPr lang="en-US" altLang="ko-KR" sz="66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(</a:t>
            </a:r>
            <a:r>
              <a:rPr lang="ko-KR" altLang="en-US" sz="66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歸</a:t>
            </a:r>
            <a:r>
              <a:rPr lang="en-US" altLang="ko-KR" sz="66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)</a:t>
            </a:r>
            <a:endParaRPr lang="ko-KR" altLang="en-US" sz="66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56A853DB-76F5-1A53-80B1-900D1940CA57}"/>
              </a:ext>
            </a:extLst>
          </p:cNvPr>
          <p:cNvSpPr txBox="1">
            <a:spLocks/>
          </p:cNvSpPr>
          <p:nvPr/>
        </p:nvSpPr>
        <p:spPr>
          <a:xfrm>
            <a:off x="6443394" y="3429000"/>
            <a:ext cx="3045134" cy="11094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sz="66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고</a:t>
            </a:r>
            <a:r>
              <a:rPr lang="en-US" altLang="ko-KR" sz="66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(GO</a:t>
            </a:r>
            <a:r>
              <a:rPr lang="en-US" altLang="ko-KR" sz="66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)</a:t>
            </a:r>
            <a:endParaRPr lang="ko-KR" altLang="en-US" sz="66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6" name="화살표: 오른쪽 5">
            <a:extLst>
              <a:ext uri="{FF2B5EF4-FFF2-40B4-BE49-F238E27FC236}">
                <a16:creationId xmlns:a16="http://schemas.microsoft.com/office/drawing/2014/main" id="{24F28BC9-62BF-5319-3135-D6BEBC2D5A8C}"/>
              </a:ext>
            </a:extLst>
          </p:cNvPr>
          <p:cNvSpPr/>
          <p:nvPr/>
        </p:nvSpPr>
        <p:spPr>
          <a:xfrm>
            <a:off x="5301842" y="3766908"/>
            <a:ext cx="983731" cy="461394"/>
          </a:xfrm>
          <a:prstGeom prst="rightArrow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79478E01-0B30-FDFE-5DA1-D5DAD53A693C}"/>
              </a:ext>
            </a:extLst>
          </p:cNvPr>
          <p:cNvSpPr txBox="1">
            <a:spLocks/>
          </p:cNvSpPr>
          <p:nvPr/>
        </p:nvSpPr>
        <p:spPr>
          <a:xfrm>
            <a:off x="2874662" y="4872882"/>
            <a:ext cx="6442675" cy="7069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36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‘</a:t>
            </a:r>
            <a:r>
              <a:rPr lang="ko-KR" altLang="en-US" sz="36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자발적이고 적극적인 인식의 전환</a:t>
            </a:r>
            <a:r>
              <a:rPr lang="en-US" altLang="ko-KR" sz="36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’</a:t>
            </a:r>
            <a:endParaRPr lang="ko-KR" altLang="en-US" sz="3600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807C68C5-07E8-49EE-2161-6D629D7F9B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5826" y="410547"/>
            <a:ext cx="821579" cy="821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19701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D5BA81-3CA1-4537-B6DC-4AAABEACE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Bahnschrift SemiBold SemiConden" panose="020B0502040204020203" pitchFamily="34" charset="0"/>
              </a:rPr>
              <a:t>Make your </a:t>
            </a:r>
            <a:r>
              <a:rPr lang="en-US" altLang="ko-KR" sz="4800" dirty="0">
                <a:latin typeface="Bahnschrift SemiBold SemiConden" panose="020B0502040204020203" pitchFamily="34" charset="0"/>
              </a:rPr>
              <a:t>Life</a:t>
            </a:r>
            <a:endParaRPr lang="ko-KR" altLang="en-US" sz="4800" dirty="0">
              <a:latin typeface="Bahnschrift SemiBold SemiConden" panose="020B0502040204020203" pitchFamily="34" charset="0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C749ECF-D1BB-451E-8BB8-4A65654FE1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4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“</a:t>
            </a:r>
            <a:r>
              <a:rPr lang="ko-KR" altLang="en-US" sz="24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자연과 자원이 있는 어느 </a:t>
            </a:r>
            <a:r>
              <a:rPr lang="ko-KR" altLang="en-US" sz="2400" b="1" dirty="0" err="1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곳에서든</a:t>
            </a:r>
            <a:r>
              <a:rPr lang="ko-KR" altLang="en-US" sz="24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</a:t>
            </a:r>
            <a:endParaRPr lang="en-US" altLang="ko-KR" sz="2400" b="1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  <a:p>
            <a:pPr marL="0" indent="0">
              <a:buNone/>
            </a:pPr>
            <a:r>
              <a:rPr lang="en-US" altLang="ko-KR" sz="24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                      </a:t>
            </a:r>
            <a:r>
              <a:rPr lang="ko-KR" altLang="en-US" sz="24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우리의 삶을 지속 가능하도록 함께하는 파트너</a:t>
            </a:r>
            <a:r>
              <a:rPr lang="en-US" altLang="ko-KR" sz="24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”</a:t>
            </a:r>
          </a:p>
          <a:p>
            <a:pPr marL="0" indent="0">
              <a:buNone/>
            </a:pPr>
            <a:endParaRPr lang="en-US" altLang="ko-KR" sz="2400" b="1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  <a:p>
            <a:pPr marL="0" indent="0">
              <a:buNone/>
            </a:pPr>
            <a:r>
              <a:rPr lang="ko-KR" altLang="en-US" sz="20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우리는</a:t>
            </a:r>
            <a:endParaRPr lang="en-US" altLang="ko-KR" sz="2000" dirty="0">
              <a:latin typeface="KoPub돋움체 Light" panose="00000300000000000000" pitchFamily="2" charset="-127"/>
              <a:ea typeface="KoPub돋움체 Light" panose="00000300000000000000" pitchFamily="2" charset="-127"/>
            </a:endParaRPr>
          </a:p>
          <a:p>
            <a:pPr marL="0" indent="0">
              <a:buNone/>
            </a:pPr>
            <a:r>
              <a:rPr lang="ko-KR" altLang="en-US" sz="20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자연과 자원이 주는 가치에 주목하고</a:t>
            </a:r>
            <a:endParaRPr lang="en-US" altLang="ko-KR" sz="2000" dirty="0">
              <a:latin typeface="KoPub돋움체 Light" panose="00000300000000000000" pitchFamily="2" charset="-127"/>
              <a:ea typeface="KoPub돋움체 Light" panose="00000300000000000000" pitchFamily="2" charset="-127"/>
            </a:endParaRPr>
          </a:p>
          <a:p>
            <a:pPr marL="0" indent="0">
              <a:buNone/>
            </a:pPr>
            <a:r>
              <a:rPr lang="ko-KR" altLang="en-US" sz="20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이를 기반으로 한 지속적인 삶의 방식을 찾고</a:t>
            </a:r>
            <a:r>
              <a:rPr lang="en-US" altLang="ko-KR" sz="20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 </a:t>
            </a:r>
            <a:r>
              <a:rPr lang="ko-KR" altLang="en-US" sz="20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주도함으로써</a:t>
            </a:r>
            <a:endParaRPr lang="en-US" altLang="ko-KR" sz="2000" dirty="0">
              <a:latin typeface="KoPub돋움체 Light" panose="00000300000000000000" pitchFamily="2" charset="-127"/>
              <a:ea typeface="KoPub돋움체 Light" panose="00000300000000000000" pitchFamily="2" charset="-127"/>
            </a:endParaRPr>
          </a:p>
          <a:p>
            <a:pPr marL="0" indent="0">
              <a:buNone/>
            </a:pPr>
            <a:r>
              <a:rPr lang="ko-KR" altLang="en-US" sz="20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귀농과 귀촌이 아닌 </a:t>
            </a:r>
            <a:r>
              <a:rPr lang="en-US" altLang="ko-KR" sz="20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‘Go</a:t>
            </a:r>
            <a:r>
              <a:rPr lang="ko-KR" altLang="en-US" sz="20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농</a:t>
            </a:r>
            <a:r>
              <a:rPr lang="en-US" altLang="ko-KR" sz="20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’</a:t>
            </a:r>
            <a:r>
              <a:rPr lang="ko-KR" altLang="en-US" sz="20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과 </a:t>
            </a:r>
            <a:r>
              <a:rPr lang="en-US" altLang="ko-KR" sz="20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‘Go</a:t>
            </a:r>
            <a:r>
              <a:rPr lang="ko-KR" altLang="en-US" sz="20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촌</a:t>
            </a:r>
            <a:r>
              <a:rPr lang="en-US" altLang="ko-KR" sz="20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’</a:t>
            </a:r>
            <a:r>
              <a:rPr lang="ko-KR" altLang="en-US" sz="20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으로의 변화를 만들어 냅니다</a:t>
            </a:r>
            <a:r>
              <a:rPr lang="en-US" altLang="ko-KR" sz="20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.</a:t>
            </a:r>
            <a:endParaRPr lang="ko-KR" altLang="en-US" sz="2000" dirty="0">
              <a:latin typeface="KoPub돋움체 Light" panose="00000300000000000000" pitchFamily="2" charset="-127"/>
              <a:ea typeface="KoPub돋움체 Light" panose="00000300000000000000" pitchFamily="2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956A3A4-29AF-4330-AB2E-22572EBAD2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5826" y="410547"/>
            <a:ext cx="821579" cy="821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59982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9802AD-C23C-4037-9B16-B06AE490BB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26962" y="2062410"/>
            <a:ext cx="8825658" cy="2677648"/>
          </a:xfrm>
        </p:spPr>
        <p:txBody>
          <a:bodyPr/>
          <a:lstStyle/>
          <a:p>
            <a:br>
              <a:rPr lang="en-US" altLang="ko-KR" dirty="0"/>
            </a:b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96D474C-3A7F-439A-872A-CF74AC2449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41567" y="4895683"/>
            <a:ext cx="3314408" cy="429102"/>
          </a:xfrm>
        </p:spPr>
        <p:txBody>
          <a:bodyPr>
            <a:normAutofit fontScale="85000" lnSpcReduction="10000"/>
          </a:bodyPr>
          <a:lstStyle/>
          <a:p>
            <a:r>
              <a:rPr lang="ko-KR" altLang="en-US" sz="1600" b="1" dirty="0">
                <a:solidFill>
                  <a:schemeClr val="bg1"/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주식회사</a:t>
            </a:r>
            <a:r>
              <a:rPr lang="ko-KR" altLang="en-US" sz="2000" b="1" dirty="0">
                <a:solidFill>
                  <a:schemeClr val="bg1"/>
                </a:solidFill>
              </a:rPr>
              <a:t> </a:t>
            </a:r>
            <a:r>
              <a:rPr lang="ko-KR" altLang="en-US" sz="2000" b="1" dirty="0" err="1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한국농산어촌네트워크</a:t>
            </a:r>
            <a:endParaRPr lang="en-US" altLang="ko-KR" sz="2000" b="1" dirty="0">
              <a:solidFill>
                <a:schemeClr val="bg1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1C1EFB04-A277-489A-9B67-CBD8EAAE367D}"/>
              </a:ext>
            </a:extLst>
          </p:cNvPr>
          <p:cNvSpPr txBox="1">
            <a:spLocks/>
          </p:cNvSpPr>
          <p:nvPr/>
        </p:nvSpPr>
        <p:spPr bwMode="gray">
          <a:xfrm>
            <a:off x="1154955" y="1906785"/>
            <a:ext cx="8825658" cy="267764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1" hangingPunct="1">
              <a:spcBef>
                <a:spcPct val="0"/>
              </a:spcBef>
              <a:buNone/>
              <a:defRPr sz="5400" b="0" i="0" kern="12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eaLnBrk="1" latinLnBrk="1" hangingPunct="1">
              <a:defRPr>
                <a:solidFill>
                  <a:schemeClr val="tx2"/>
                </a:solidFill>
              </a:defRPr>
            </a:lvl2pPr>
            <a:lvl3pPr eaLnBrk="1" latinLnBrk="1" hangingPunct="1">
              <a:defRPr>
                <a:solidFill>
                  <a:schemeClr val="tx2"/>
                </a:solidFill>
              </a:defRPr>
            </a:lvl3pPr>
            <a:lvl4pPr eaLnBrk="1" latinLnBrk="1" hangingPunct="1">
              <a:defRPr>
                <a:solidFill>
                  <a:schemeClr val="tx2"/>
                </a:solidFill>
              </a:defRPr>
            </a:lvl4pPr>
            <a:lvl5pPr eaLnBrk="1" latinLnBrk="1" hangingPunct="1">
              <a:defRPr>
                <a:solidFill>
                  <a:schemeClr val="tx2"/>
                </a:solidFill>
              </a:defRPr>
            </a:lvl5pPr>
            <a:lvl6pPr eaLnBrk="1" latinLnBrk="1" hangingPunct="1">
              <a:defRPr>
                <a:solidFill>
                  <a:schemeClr val="tx2"/>
                </a:solidFill>
              </a:defRPr>
            </a:lvl6pPr>
            <a:lvl7pPr eaLnBrk="1" latinLnBrk="1" hangingPunct="1">
              <a:defRPr>
                <a:solidFill>
                  <a:schemeClr val="tx2"/>
                </a:solidFill>
              </a:defRPr>
            </a:lvl7pPr>
            <a:lvl8pPr eaLnBrk="1" latinLnBrk="1" hangingPunct="1">
              <a:defRPr>
                <a:solidFill>
                  <a:schemeClr val="tx2"/>
                </a:solidFill>
              </a:defRPr>
            </a:lvl8pPr>
            <a:lvl9pPr eaLnBrk="1" latinLnBrk="1" hangingPunct="1">
              <a:defRPr>
                <a:solidFill>
                  <a:schemeClr val="tx2"/>
                </a:solidFill>
              </a:defRPr>
            </a:lvl9pPr>
          </a:lstStyle>
          <a:p>
            <a:br>
              <a:rPr lang="en-US" altLang="ko-KR" dirty="0"/>
            </a:br>
            <a:r>
              <a:rPr lang="en-US" altLang="ko-KR" sz="6000" dirty="0">
                <a:latin typeface="Bahnschrift SemiBold SemiConden" panose="020B0502040204020203" pitchFamily="34" charset="0"/>
              </a:rPr>
              <a:t>‘Go’ Anywhere,</a:t>
            </a:r>
          </a:p>
          <a:p>
            <a:r>
              <a:rPr lang="en-US" altLang="ko-KR" sz="6000" dirty="0">
                <a:latin typeface="Bahnschrift SemiBold SemiConden" panose="020B0502040204020203" pitchFamily="34" charset="0"/>
              </a:rPr>
              <a:t>                  Make Your Life</a:t>
            </a:r>
            <a:endParaRPr lang="ko-KR" altLang="en-US" sz="60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D9DBE08-020D-47A8-9B04-25BD54382B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486" y="1078315"/>
            <a:ext cx="2251270" cy="225127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C2FB1CCD-87C3-45A0-8DCD-AE4ABCF954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5826" y="410547"/>
            <a:ext cx="821579" cy="821579"/>
          </a:xfrm>
          <a:prstGeom prst="rect">
            <a:avLst/>
          </a:prstGeom>
        </p:spPr>
      </p:pic>
      <p:sp>
        <p:nvSpPr>
          <p:cNvPr id="8" name="제목 1">
            <a:extLst>
              <a:ext uri="{FF2B5EF4-FFF2-40B4-BE49-F238E27FC236}">
                <a16:creationId xmlns:a16="http://schemas.microsoft.com/office/drawing/2014/main" id="{1B6C48A4-F606-4F73-A66E-6195FD4E7FAC}"/>
              </a:ext>
            </a:extLst>
          </p:cNvPr>
          <p:cNvSpPr txBox="1">
            <a:spLocks/>
          </p:cNvSpPr>
          <p:nvPr/>
        </p:nvSpPr>
        <p:spPr bwMode="gray">
          <a:xfrm>
            <a:off x="1341567" y="4664158"/>
            <a:ext cx="699244" cy="36226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1" hangingPunct="1">
              <a:spcBef>
                <a:spcPct val="0"/>
              </a:spcBef>
              <a:buNone/>
              <a:defRPr sz="5400" b="0" i="0" kern="12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eaLnBrk="1" latinLnBrk="1" hangingPunct="1">
              <a:defRPr>
                <a:solidFill>
                  <a:schemeClr val="tx2"/>
                </a:solidFill>
              </a:defRPr>
            </a:lvl2pPr>
            <a:lvl3pPr eaLnBrk="1" latinLnBrk="1" hangingPunct="1">
              <a:defRPr>
                <a:solidFill>
                  <a:schemeClr val="tx2"/>
                </a:solidFill>
              </a:defRPr>
            </a:lvl3pPr>
            <a:lvl4pPr eaLnBrk="1" latinLnBrk="1" hangingPunct="1">
              <a:defRPr>
                <a:solidFill>
                  <a:schemeClr val="tx2"/>
                </a:solidFill>
              </a:defRPr>
            </a:lvl4pPr>
            <a:lvl5pPr eaLnBrk="1" latinLnBrk="1" hangingPunct="1">
              <a:defRPr>
                <a:solidFill>
                  <a:schemeClr val="tx2"/>
                </a:solidFill>
              </a:defRPr>
            </a:lvl5pPr>
            <a:lvl6pPr eaLnBrk="1" latinLnBrk="1" hangingPunct="1">
              <a:defRPr>
                <a:solidFill>
                  <a:schemeClr val="tx2"/>
                </a:solidFill>
              </a:defRPr>
            </a:lvl6pPr>
            <a:lvl7pPr eaLnBrk="1" latinLnBrk="1" hangingPunct="1">
              <a:defRPr>
                <a:solidFill>
                  <a:schemeClr val="tx2"/>
                </a:solidFill>
              </a:defRPr>
            </a:lvl7pPr>
            <a:lvl8pPr eaLnBrk="1" latinLnBrk="1" hangingPunct="1">
              <a:defRPr>
                <a:solidFill>
                  <a:schemeClr val="tx2"/>
                </a:solidFill>
              </a:defRPr>
            </a:lvl8pPr>
            <a:lvl9pPr eaLnBrk="1" latin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altLang="ko-KR" sz="1800" dirty="0">
                <a:latin typeface="Bahnschrift SemiBold SemiConden" panose="020B0502040204020203" pitchFamily="34" charset="0"/>
                <a:ea typeface="KoPub돋움체 Bold" panose="00000800000000000000" pitchFamily="2" charset="-127"/>
              </a:rPr>
              <a:t>With</a:t>
            </a:r>
            <a:endParaRPr lang="ko-KR" altLang="en-US" sz="1800" dirty="0">
              <a:latin typeface="Bahnschrift SemiBold SemiConden" panose="020B0502040204020203" pitchFamily="34" charset="0"/>
              <a:ea typeface="KoPub돋움체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166037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50BF19-0315-303E-7F99-2881A7D856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9ED4E0-2513-07D8-477B-725D2AEC89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54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한국농산어촌네트워크 사업계획</a:t>
            </a:r>
            <a:endParaRPr lang="ko-KR" altLang="en-US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010D918B-7E94-369A-34CC-D0CD05C30C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5826" y="410547"/>
            <a:ext cx="821579" cy="821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24339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23ADAC-0615-444C-B93A-3884E64BAC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7181" y="2214543"/>
            <a:ext cx="8761413" cy="1245649"/>
          </a:xfrm>
        </p:spPr>
        <p:txBody>
          <a:bodyPr/>
          <a:lstStyle/>
          <a:p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[</a:t>
            </a:r>
            <a:r>
              <a:rPr lang="ko-KR" altLang="en-US" sz="1400" dirty="0">
                <a:solidFill>
                  <a:prstClr val="black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미션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]</a:t>
            </a:r>
            <a:b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</a:br>
            <a:b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</a:br>
            <a:r>
              <a:rPr lang="en-US" altLang="ko-KR" dirty="0">
                <a:solidFill>
                  <a:schemeClr val="tx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‘Go’</a:t>
            </a:r>
            <a:r>
              <a:rPr lang="en-US" altLang="ko-KR" sz="2000" dirty="0">
                <a:solidFill>
                  <a:schemeClr val="tx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lang="en-US" altLang="ko-KR" sz="3200" dirty="0">
                <a:solidFill>
                  <a:schemeClr val="tx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Anywhere</a:t>
            </a:r>
            <a:endParaRPr lang="ko-KR" altLang="en-US" sz="2000" dirty="0">
              <a:solidFill>
                <a:schemeClr val="tx1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6CEBEFAD-69C7-4B38-9A08-29F65B65CF0F}"/>
              </a:ext>
            </a:extLst>
          </p:cNvPr>
          <p:cNvSpPr txBox="1">
            <a:spLocks/>
          </p:cNvSpPr>
          <p:nvPr/>
        </p:nvSpPr>
        <p:spPr>
          <a:xfrm>
            <a:off x="2893453" y="3429001"/>
            <a:ext cx="2182465" cy="12456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sz="66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귀</a:t>
            </a:r>
            <a:r>
              <a:rPr lang="en-US" altLang="ko-KR" sz="66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(</a:t>
            </a:r>
            <a:r>
              <a:rPr lang="ko-KR" altLang="en-US" sz="66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歸</a:t>
            </a:r>
            <a:r>
              <a:rPr lang="en-US" altLang="ko-KR" sz="66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)</a:t>
            </a:r>
            <a:endParaRPr lang="ko-KR" altLang="en-US" sz="66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369E2080-A4C6-4063-A08F-96DC681AFCF6}"/>
              </a:ext>
            </a:extLst>
          </p:cNvPr>
          <p:cNvSpPr txBox="1">
            <a:spLocks/>
          </p:cNvSpPr>
          <p:nvPr/>
        </p:nvSpPr>
        <p:spPr>
          <a:xfrm>
            <a:off x="6443394" y="3429000"/>
            <a:ext cx="3045134" cy="11094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sz="66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고</a:t>
            </a:r>
            <a:r>
              <a:rPr lang="en-US" altLang="ko-KR" sz="66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(GO</a:t>
            </a:r>
            <a:r>
              <a:rPr lang="en-US" altLang="ko-KR" sz="66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)</a:t>
            </a:r>
            <a:endParaRPr lang="ko-KR" altLang="en-US" sz="66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6" name="화살표: 오른쪽 5">
            <a:extLst>
              <a:ext uri="{FF2B5EF4-FFF2-40B4-BE49-F238E27FC236}">
                <a16:creationId xmlns:a16="http://schemas.microsoft.com/office/drawing/2014/main" id="{A7B6AF97-11D1-4AF7-9E25-5D9C7519CC94}"/>
              </a:ext>
            </a:extLst>
          </p:cNvPr>
          <p:cNvSpPr/>
          <p:nvPr/>
        </p:nvSpPr>
        <p:spPr>
          <a:xfrm>
            <a:off x="5301842" y="3766908"/>
            <a:ext cx="983731" cy="461394"/>
          </a:xfrm>
          <a:prstGeom prst="rightArrow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C5EA2FFA-95AE-4464-9E1A-0EEEDD96E104}"/>
              </a:ext>
            </a:extLst>
          </p:cNvPr>
          <p:cNvSpPr txBox="1">
            <a:spLocks/>
          </p:cNvSpPr>
          <p:nvPr/>
        </p:nvSpPr>
        <p:spPr>
          <a:xfrm>
            <a:off x="2874662" y="4872882"/>
            <a:ext cx="6442675" cy="7069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36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‘</a:t>
            </a:r>
            <a:r>
              <a:rPr lang="ko-KR" altLang="en-US" sz="36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자발적이고 적극적인 인식의 전환</a:t>
            </a:r>
            <a:r>
              <a:rPr lang="en-US" altLang="ko-KR" sz="36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’</a:t>
            </a:r>
            <a:endParaRPr lang="ko-KR" altLang="en-US" sz="3600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DC416FB5-6520-4972-BF8B-C805D68E17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5826" y="410547"/>
            <a:ext cx="821579" cy="821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61380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21946A-1A86-EDD3-787F-7C9BEBDAA1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DECC0D-4294-BB9F-C267-9459BD9EA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1078" y="2543913"/>
            <a:ext cx="8761413" cy="706964"/>
          </a:xfrm>
        </p:spPr>
        <p:txBody>
          <a:bodyPr/>
          <a:lstStyle/>
          <a:p>
            <a:r>
              <a:rPr lang="en-US" altLang="ko-KR" sz="1400" dirty="0">
                <a:solidFill>
                  <a:schemeClr val="tx1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[</a:t>
            </a:r>
            <a:r>
              <a:rPr lang="ko-KR" altLang="en-US" sz="1400" dirty="0">
                <a:solidFill>
                  <a:schemeClr val="tx1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비전</a:t>
            </a:r>
            <a:r>
              <a:rPr lang="en-US" altLang="ko-KR" sz="1400" dirty="0">
                <a:solidFill>
                  <a:schemeClr val="tx1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] </a:t>
            </a:r>
            <a:br>
              <a:rPr lang="en-US" altLang="ko-KR" sz="1400" dirty="0">
                <a:solidFill>
                  <a:schemeClr val="tx1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</a:br>
            <a:r>
              <a:rPr lang="en-US" altLang="ko-KR" dirty="0">
                <a:solidFill>
                  <a:schemeClr val="tx1"/>
                </a:solidFill>
                <a:latin typeface="Bahnschrift SemiBold SemiConden" panose="020B0502040204020203" pitchFamily="34" charset="0"/>
              </a:rPr>
              <a:t>Make your </a:t>
            </a:r>
            <a:r>
              <a:rPr lang="en-US" altLang="ko-KR" sz="4800" dirty="0">
                <a:solidFill>
                  <a:schemeClr val="tx1"/>
                </a:solidFill>
                <a:latin typeface="Bahnschrift SemiBold SemiConden" panose="020B0502040204020203" pitchFamily="34" charset="0"/>
              </a:rPr>
              <a:t>Life</a:t>
            </a:r>
            <a:endParaRPr lang="ko-KR" altLang="en-US" sz="4800" dirty="0">
              <a:solidFill>
                <a:schemeClr val="tx1"/>
              </a:solidFill>
              <a:latin typeface="Bahnschrift SemiBold SemiConden" panose="020B0502040204020203" pitchFamily="34" charset="0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5F401F1-0339-0ED6-B26D-DCFE35892E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2830" y="3429000"/>
            <a:ext cx="8825659" cy="34163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4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“</a:t>
            </a:r>
            <a:r>
              <a:rPr lang="ko-KR" altLang="en-US" sz="24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자연과 자원이 있는 어느 곳 에서든 </a:t>
            </a:r>
            <a:endParaRPr lang="en-US" altLang="ko-KR" sz="24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pPr marL="0" indent="0">
              <a:buNone/>
            </a:pPr>
            <a:r>
              <a:rPr lang="en-US" altLang="ko-KR" sz="24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                      </a:t>
            </a:r>
            <a:r>
              <a:rPr lang="ko-KR" altLang="en-US" sz="24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우리의 삶을 지속 가능하도록 함께하는 파트너</a:t>
            </a:r>
            <a:r>
              <a:rPr lang="en-US" altLang="ko-KR" sz="24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”</a:t>
            </a:r>
          </a:p>
          <a:p>
            <a:pPr marL="0" indent="0">
              <a:buNone/>
            </a:pPr>
            <a:endParaRPr lang="en-US" altLang="ko-KR" sz="2400" b="1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  <a:p>
            <a:pPr marL="0" indent="0">
              <a:buNone/>
            </a:pPr>
            <a:r>
              <a:rPr lang="ko-KR" altLang="en-US" sz="20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우리는</a:t>
            </a:r>
            <a:endParaRPr lang="en-US" altLang="ko-KR" sz="2000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  <a:p>
            <a:pPr marL="0" indent="0">
              <a:buNone/>
            </a:pPr>
            <a:r>
              <a:rPr lang="ko-KR" altLang="en-US" sz="20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자연과 자원이 주는 가치에 주목하고</a:t>
            </a:r>
            <a:endParaRPr lang="en-US" altLang="ko-KR" sz="2000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  <a:p>
            <a:pPr marL="0" indent="0">
              <a:buNone/>
            </a:pPr>
            <a:r>
              <a:rPr lang="ko-KR" altLang="en-US" sz="20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이를 기반으로 한 지속적인 삶의 방식을 찾고</a:t>
            </a:r>
            <a:r>
              <a:rPr lang="en-US" altLang="ko-KR" sz="20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</a:t>
            </a:r>
            <a:r>
              <a:rPr lang="ko-KR" altLang="en-US" sz="20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주도함으로써</a:t>
            </a:r>
            <a:endParaRPr lang="en-US" altLang="ko-KR" sz="2000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  <a:p>
            <a:pPr marL="0" indent="0">
              <a:buNone/>
            </a:pPr>
            <a:r>
              <a:rPr lang="ko-KR" altLang="en-US" sz="20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귀농과 귀촌이 아닌 </a:t>
            </a:r>
            <a:r>
              <a:rPr lang="en-US" altLang="ko-KR" sz="20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‘Go</a:t>
            </a:r>
            <a:r>
              <a:rPr lang="ko-KR" altLang="en-US" sz="20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농</a:t>
            </a:r>
            <a:r>
              <a:rPr lang="en-US" altLang="ko-KR" sz="20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’</a:t>
            </a:r>
            <a:r>
              <a:rPr lang="ko-KR" altLang="en-US" sz="20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과 </a:t>
            </a:r>
            <a:r>
              <a:rPr lang="en-US" altLang="ko-KR" sz="20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‘Go</a:t>
            </a:r>
            <a:r>
              <a:rPr lang="ko-KR" altLang="en-US" sz="20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촌</a:t>
            </a:r>
            <a:r>
              <a:rPr lang="en-US" altLang="ko-KR" sz="20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’</a:t>
            </a:r>
            <a:r>
              <a:rPr lang="ko-KR" altLang="en-US" sz="20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으로의 변화를 만들어 냅니다</a:t>
            </a:r>
            <a:r>
              <a:rPr lang="en-US" altLang="ko-KR" sz="20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.</a:t>
            </a:r>
            <a:endParaRPr lang="ko-KR" altLang="en-US" sz="2000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DCA02F3-AD37-9A43-FC0A-EEC63B0E36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5826" y="410547"/>
            <a:ext cx="821579" cy="821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537573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이온(회의실)">
  <a:themeElements>
    <a:clrScheme name="이온(회의실)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이온(회의실)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이온(회의실)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225</TotalTime>
  <Words>161</Words>
  <Application>Microsoft Office PowerPoint</Application>
  <PresentationFormat>와이드스크린</PresentationFormat>
  <Paragraphs>31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6" baseType="lpstr">
      <vt:lpstr>KoPubWorld돋움체 Light</vt:lpstr>
      <vt:lpstr>KoPub돋움체 Bold</vt:lpstr>
      <vt:lpstr>KoPub돋움체 Light</vt:lpstr>
      <vt:lpstr>Arial</vt:lpstr>
      <vt:lpstr>Bahnschrift SemiBold SemiConden</vt:lpstr>
      <vt:lpstr>Century Gothic</vt:lpstr>
      <vt:lpstr>KoPubWorld돋움체 Bold</vt:lpstr>
      <vt:lpstr>Wingdings 3</vt:lpstr>
      <vt:lpstr>이온(회의실)</vt:lpstr>
      <vt:lpstr> 우리의 미션</vt:lpstr>
      <vt:lpstr>‘Go’ Anywhere</vt:lpstr>
      <vt:lpstr>Make your Life</vt:lpstr>
      <vt:lpstr> </vt:lpstr>
      <vt:lpstr>한국농산어촌네트워크 사업계획</vt:lpstr>
      <vt:lpstr>[미션]  ‘Go’ Anywhere</vt:lpstr>
      <vt:lpstr>[비전]  Make your Life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우리의 미션</dc:title>
  <dc:creator>bjlee365@gmail.com</dc:creator>
  <cp:lastModifiedBy>Somin Kim</cp:lastModifiedBy>
  <cp:revision>8</cp:revision>
  <cp:lastPrinted>2025-03-12T02:37:46Z</cp:lastPrinted>
  <dcterms:created xsi:type="dcterms:W3CDTF">2025-03-12T02:02:06Z</dcterms:created>
  <dcterms:modified xsi:type="dcterms:W3CDTF">2025-04-28T09:19:14Z</dcterms:modified>
</cp:coreProperties>
</file>